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73152" cy="3840480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9144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E6EDF3"/>
                </a:solidFill>
              </a:rPr>
              <a:t>SUSE Virtualization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30BA78"/>
                </a:solidFill>
              </a:rPr>
              <a:t>From Zero to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B949E"/>
                </a:solidFill>
              </a:rPr>
              <a:t>A hands-on guide for Sales Engineers and prospects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</a:rPr>
              <a:t>6 interactive Storylane demos  |  Hands-on 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943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suse.com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</a:rPr>
              <a:t>The problem with legacy hypervisors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</a:rPr>
              <a:t>Why customers are rethinking their virtualization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566160" cy="3657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56616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" cy="3657600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0BA78"/>
                </a:solidFill>
              </a:rPr>
              <a:t>Licensing costs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VMware bills jumped 2-5x post-Broadcom. Customers need a credible exit path before the next renewal.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554480"/>
            <a:ext cx="3566160" cy="3657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56616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54480"/>
            <a:ext cx="64008" cy="3657600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69164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0BA78"/>
                </a:solidFill>
              </a:rPr>
              <a:t>Operational silos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37744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VMs and Kubernetes managed with different tools, different skills, different teams.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566160" cy="3657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54480"/>
            <a:ext cx="356616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554480"/>
            <a:ext cx="64008" cy="3657600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69164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0BA78"/>
                </a:solidFill>
              </a:rPr>
              <a:t>Vendor lock-in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37744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Proprietary storage, networking, and APIs at every layer. Moving anything means rebuilding everything.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0BA78"/>
                </a:solidFill>
              </a:rPr>
              <a:t>SUSE Virtualization solves all three. One platform. 100% open source.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</a:rPr>
              <a:t>What is SUSE Virtualization?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</a:rPr>
              <a:t>Open-source HCI built on Kubernetes. Not bolted onto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3949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39496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0BA78"/>
                </a:solidFill>
              </a:rPr>
              <a:t>KubeVirt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VMs run as Kubernetes workloads. Manage virtual machines the same way you manage containers.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3949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45920"/>
            <a:ext cx="539496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783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0BA78"/>
                </a:solidFill>
              </a:rPr>
              <a:t>Longhorn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77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Distributed block storage, built in. No external SAN. 3-replica replication across nodes.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86200"/>
            <a:ext cx="53949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86200"/>
            <a:ext cx="539496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0BA78"/>
                </a:solidFill>
              </a:rPr>
              <a:t>Kube-OVN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177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SDN networking. VLAN bridging, isolated subnets, IP pools for LoadBalancer services.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886200"/>
            <a:ext cx="53949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886200"/>
            <a:ext cx="539496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233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0BA78"/>
                </a:solidFill>
              </a:rPr>
              <a:t>Rancher Prime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6177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Single pane of glass for the Harvester cluster and all guest Kubernetes clusters.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</a:rPr>
              <a:t>Architecture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155680" cy="51206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Rancher Prime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7276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  Manages the SUSE Virtualization 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  Provisions guest K3s / RKE2 clusters on Harvester VMs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9424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8775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SUSE Virtualization cluster  (3+ nodes)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  Each node:  KubeVirt (VMs)  +  Longhorn (storage)  +  Kube-OVN (network)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6440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  Live migration, snapshots, IP pools, VLAN bridging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02736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41064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Guest Kubernetes clusters  (K3s or RKE2)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7939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  Nodes = VMs running on Harvester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  Longhorn CSI for persistent volumes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95604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  Harvester IP pools for LoadBalancer IPs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</a:rPr>
              <a:t>6 interactive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</a:rPr>
              <a:t>Click through at your own pace - no environment needed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4747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4747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55648"/>
            <a:ext cx="777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0BA78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EDF3"/>
                </a:solidFill>
              </a:rPr>
              <a:t>UI Orientation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5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45920"/>
            <a:ext cx="34747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4747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755648"/>
            <a:ext cx="777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0BA78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423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EDF3"/>
                </a:solidFill>
              </a:rPr>
              <a:t>Create Your First 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10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645920"/>
            <a:ext cx="34747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34747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55648"/>
            <a:ext cx="777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0BA78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423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EDF3"/>
                </a:solidFill>
              </a:rPr>
              <a:t>VM Networking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10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23360"/>
            <a:ext cx="34747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23360"/>
            <a:ext cx="34747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33088"/>
            <a:ext cx="777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0BA78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800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EDF3"/>
                </a:solidFill>
              </a:rPr>
              <a:t>Storage + Snapshots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86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10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4023360"/>
            <a:ext cx="34747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4023360"/>
            <a:ext cx="34747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4133088"/>
            <a:ext cx="777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0BA78"/>
                </a:solidFill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800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EDF3"/>
                </a:solidFill>
              </a:rPr>
              <a:t>Live Migration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486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5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4023360"/>
            <a:ext cx="34747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4023360"/>
            <a:ext cx="34747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4133088"/>
            <a:ext cx="777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0BA78"/>
                </a:solidFill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800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EDF3"/>
                </a:solidFill>
              </a:rPr>
              <a:t>Rancher + K3s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5486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15 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960120" cy="86868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960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0BA78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8288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6EDF3"/>
                </a:solidFill>
              </a:rPr>
              <a:t>UI Orientation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8229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</a:rPr>
              <a:t>Navigate the platform before touching anything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6949440" cy="4572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694944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36192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What the demo covers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Dashboard: live cluster health, node count, resource pressure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89503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Hosts: per-node CPU/memory and Longhorn disk health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694176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Virtual Machines: state, node placement, VNC/SSH console 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98848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Networks, Volumes, Images: where to find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2672" y="1417320"/>
            <a:ext cx="41605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62672" y="1417320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153619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01168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You know where everything lives before the first demo question hits.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62672" y="3749039"/>
            <a:ext cx="4160520" cy="22402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62672" y="3749039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38587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Duration: 5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117"/>
                </a:solidFill>
              </a:rPr>
              <a:t>Watch Demo  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52303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49E"/>
                </a:solidFill>
              </a:rPr>
              <a:t>( insert Storylane link 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960120" cy="86868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960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0BA78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8288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6EDF3"/>
                </a:solidFill>
              </a:rPr>
              <a:t>Create Your First VM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8229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</a:rPr>
              <a:t>From image to running VM in under 60 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6949440" cy="4572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694944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36192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What the demo covers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Pick image, set CPU + RAM, configure cloud-init SSH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89503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Longhorn clones the image into a new volume automatically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694176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Access via VNC console before SSH is 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98848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SSH in and verify vCPU, RAM, and disk match the spec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2672" y="1417320"/>
            <a:ext cx="41605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62672" y="1417320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153619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01168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A real running VM. Browser console open. SSH connected.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62672" y="3749039"/>
            <a:ext cx="4160520" cy="22402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62672" y="3749039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38587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Duration: 10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117"/>
                </a:solidFill>
              </a:rPr>
              <a:t>Watch Demo  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52303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49E"/>
                </a:solidFill>
              </a:rPr>
              <a:t>( insert Storylane link 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960120" cy="86868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960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0BA78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8288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6EDF3"/>
                </a:solidFill>
              </a:rPr>
              <a:t>VM Networking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8229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</a:rPr>
              <a:t>VLAN bridging, IP pools, and multi-NIC VMs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6949440" cy="4572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694944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36192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What the demo covers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Create a VLAN-backed VM network (L2VlanNetwork via Multus)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89503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Create an IP pool for LoadBalancer address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694176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Attach the new network to a VM as a second NIC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98848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Kube-OVN subnets for isolated, overlapping CIDRs per namespace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2672" y="1417320"/>
            <a:ext cx="41605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62672" y="1417320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153619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01168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A VM with two NICs: one on mgmt, one on your VLAN.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62672" y="3749039"/>
            <a:ext cx="4160520" cy="22402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62672" y="3749039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38587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Duration: 10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117"/>
                </a:solidFill>
              </a:rPr>
              <a:t>Watch Demo  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52303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49E"/>
                </a:solidFill>
              </a:rPr>
              <a:t>( insert Storylane link 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960120" cy="86868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960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0BA78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8288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6EDF3"/>
                </a:solidFill>
              </a:rPr>
              <a:t>Storage + Snapshots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8229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</a:rPr>
              <a:t>Longhorn replication and point-in-time recovery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6949440" cy="4572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694944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36192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What the demo covers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Create a custom storage class (2-replica dev vs 3-replica prod)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89503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Take a crash-consistent VM snapshot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694176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Simulate data loss, restore to a new VM from the snapshot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98848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Original and restored VM running side-by-side - zero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2672" y="1417320"/>
            <a:ext cx="41605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62672" y="1417320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153619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01168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A restored VM with clean state alongside the original.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62672" y="3749039"/>
            <a:ext cx="4160520" cy="22402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62672" y="3749039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38587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Duration: 10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117"/>
                </a:solidFill>
              </a:rPr>
              <a:t>Watch Demo  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52303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49E"/>
                </a:solidFill>
              </a:rPr>
              <a:t>( insert Storylane link 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960120" cy="86868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960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0BA78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8288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6EDF3"/>
                </a:solidFill>
              </a:rPr>
              <a:t>Live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8229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</a:rPr>
              <a:t>Move a running VM between nodes with zero downtime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6949440" cy="4572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694944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36192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What the demo covers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One-click migration from the VM context menu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89503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VM transitions through Migrating state, lands on a new node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694176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SSH session stays alive. IP does not change. Zero packet loss.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98848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Same mechanism fires automatically on kubectl drain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2672" y="1417320"/>
            <a:ext cx="41605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62672" y="1417320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153619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01168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VM on a different node. Everything still connected.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62672" y="3749039"/>
            <a:ext cx="4160520" cy="22402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62672" y="3749039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38587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Duration: 5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117"/>
                </a:solidFill>
              </a:rPr>
              <a:t>Watch Demo  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52303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49E"/>
                </a:solidFill>
              </a:rPr>
              <a:t>( insert Storylane link 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960120" cy="86868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960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0BA78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8288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6EDF3"/>
                </a:solidFill>
              </a:rPr>
              <a:t>Rancher + K3s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8229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</a:rPr>
              <a:t>Provision Kubernetes on top of your HCI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6949440" cy="4572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694944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36192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What the demo covers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Create a Harvester cloud credential in Rancher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89503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Rancher provisions a K3s cluster via VMs + cloud-init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694176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Enable Harvester CSI Driver + Cloud Provider for storage and LB 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98848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Deploy a workload, expose as LoadBalancer, verify external 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2672" y="1417320"/>
            <a:ext cx="416052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62672" y="1417320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153619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01168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Bare metal to HCI to guest K8s to running workload. Full stack.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62672" y="3749039"/>
            <a:ext cx="4160520" cy="22402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62672" y="3749039"/>
            <a:ext cx="416052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38587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Duration: 15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434840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117"/>
                </a:solidFill>
              </a:rPr>
              <a:t>Watch Demo  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52303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49E"/>
                </a:solidFill>
              </a:rPr>
              <a:t>( insert Storylane link 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</a:rPr>
              <a:t>The complete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155680" cy="5212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Physical hardware  (bare metal or nested KVM for the lab)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3619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  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SUSE Virtualization cluster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31136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  VMs + VLAN networking  |  Replicated Longhorn storage  |  Live migration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7860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  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Guest Kubernetes  (K3s or RKE2)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355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  Nodes are VMs on Harvester  |  Longhorn CSI  |  Harvester IP pools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21024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  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68496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Your workload  -  running end to 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1596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0BA78"/>
                </a:solidFill>
              </a:rPr>
              <a:t>Everything open source. Everything SUSE-supported.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1091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No proprietary storage. No hypervisor license. No lock-in.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</a:rPr>
              <a:t>What's next?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3566160" cy="4206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0BA78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6EDF3"/>
                </a:solidFill>
              </a:rPr>
              <a:t>Try it yourself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Follow the 0-to-Hero lab guide against a real bare-metal SUSE Virtualization cluster.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71600"/>
            <a:ext cx="3566160" cy="4206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56616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50876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0BA78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6EDF3"/>
                </a:solidFill>
              </a:rPr>
              <a:t>Go deeper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0175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Follow the 0-to-Hero guide in your own environment. Storylane demos for every step.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3566160" cy="4206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54864"/>
          </a:xfrm>
          <a:prstGeom prst="rect">
            <a:avLst/>
          </a:prstGeom>
          <a:solidFill>
            <a:srgbClr val="30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50876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0BA78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6EDF3"/>
                </a:solidFill>
              </a:rPr>
              <a:t>Talk to SUSE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Ready to plan a migration or POC? The SUSE team can scope it and run it with you.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0BA78"/>
                </a:solidFill>
              </a:rPr>
              <a:t>suse.com/products/harvester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